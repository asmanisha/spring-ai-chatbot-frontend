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7" r:id="rId9"/>
    <p:sldId id="262" r:id="rId10"/>
    <p:sldId id="266" r:id="rId11"/>
    <p:sldId id="270" r:id="rId12"/>
    <p:sldId id="271" r:id="rId13"/>
    <p:sldId id="272" r:id="rId14"/>
    <p:sldId id="273" r:id="rId15"/>
    <p:sldId id="274" r:id="rId16"/>
    <p:sldId id="268" r:id="rId17"/>
    <p:sldId id="275" r:id="rId18"/>
    <p:sldId id="263" r:id="rId19"/>
    <p:sldId id="26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+q2nhya4ABuGEcg4Hd6tj4KN7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3F4FF3-84BD-4FA8-A83F-E177D80913EF}">
  <a:tblStyle styleId="{883F4FF3-84BD-4FA8-A83F-E177D80913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2659" autoAdjust="0"/>
  </p:normalViewPr>
  <p:slideViewPr>
    <p:cSldViewPr snapToGrid="0">
      <p:cViewPr varScale="1">
        <p:scale>
          <a:sx n="72" d="100"/>
          <a:sy n="72" d="100"/>
        </p:scale>
        <p:origin x="108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S" userId="c0aa33a990a5280f" providerId="LiveId" clId="{BF08FE18-BEB3-4DC7-BA3D-7845DBAF9480}"/>
    <pc:docChg chg="undo custSel modSld">
      <pc:chgData name="Manisha S" userId="c0aa33a990a5280f" providerId="LiveId" clId="{BF08FE18-BEB3-4DC7-BA3D-7845DBAF9480}" dt="2025-05-12T13:34:27.796" v="228" actId="20577"/>
      <pc:docMkLst>
        <pc:docMk/>
      </pc:docMkLst>
      <pc:sldChg chg="addSp delSp modSp mod">
        <pc:chgData name="Manisha S" userId="c0aa33a990a5280f" providerId="LiveId" clId="{BF08FE18-BEB3-4DC7-BA3D-7845DBAF9480}" dt="2025-05-12T13:34:27.796" v="228" actId="20577"/>
        <pc:sldMkLst>
          <pc:docMk/>
          <pc:sldMk cId="0" sldId="256"/>
        </pc:sldMkLst>
        <pc:spChg chg="mod">
          <ac:chgData name="Manisha S" userId="c0aa33a990a5280f" providerId="LiveId" clId="{BF08FE18-BEB3-4DC7-BA3D-7845DBAF9480}" dt="2025-05-12T13:19:10.421" v="29" actId="20577"/>
          <ac:spMkLst>
            <pc:docMk/>
            <pc:sldMk cId="0" sldId="256"/>
            <ac:spMk id="5" creationId="{3FF28CD0-C925-F59E-4FA8-A74CBD8A1DF0}"/>
          </ac:spMkLst>
        </pc:spChg>
        <pc:spChg chg="add del mod">
          <ac:chgData name="Manisha S" userId="c0aa33a990a5280f" providerId="LiveId" clId="{BF08FE18-BEB3-4DC7-BA3D-7845DBAF9480}" dt="2025-05-12T13:34:27.796" v="228" actId="20577"/>
          <ac:spMkLst>
            <pc:docMk/>
            <pc:sldMk cId="0" sldId="256"/>
            <ac:spMk id="7" creationId="{8FCE1037-4E31-CC58-8F0C-34A764387342}"/>
          </ac:spMkLst>
        </pc:spChg>
        <pc:spChg chg="mod">
          <ac:chgData name="Manisha S" userId="c0aa33a990a5280f" providerId="LiveId" clId="{BF08FE18-BEB3-4DC7-BA3D-7845DBAF9480}" dt="2025-05-12T13:32:26.505" v="109" actId="20577"/>
          <ac:spMkLst>
            <pc:docMk/>
            <pc:sldMk cId="0" sldId="256"/>
            <ac:spMk id="9" creationId="{2CE7BE1E-42A2-928F-ADCE-EDF7FFB612FF}"/>
          </ac:spMkLst>
        </pc:spChg>
      </pc:sldChg>
      <pc:sldChg chg="modSp mod">
        <pc:chgData name="Manisha S" userId="c0aa33a990a5280f" providerId="LiveId" clId="{BF08FE18-BEB3-4DC7-BA3D-7845DBAF9480}" dt="2025-05-12T13:30:58.725" v="103" actId="20577"/>
        <pc:sldMkLst>
          <pc:docMk/>
          <pc:sldMk cId="0" sldId="262"/>
        </pc:sldMkLst>
        <pc:spChg chg="mod">
          <ac:chgData name="Manisha S" userId="c0aa33a990a5280f" providerId="LiveId" clId="{BF08FE18-BEB3-4DC7-BA3D-7845DBAF9480}" dt="2025-05-12T13:30:58.725" v="103" actId="20577"/>
          <ac:spMkLst>
            <pc:docMk/>
            <pc:sldMk cId="0" sldId="262"/>
            <ac:spMk id="117" creationId="{00000000-0000-0000-0000-000000000000}"/>
          </ac:spMkLst>
        </pc:spChg>
        <pc:spChg chg="mod">
          <ac:chgData name="Manisha S" userId="c0aa33a990a5280f" providerId="LiveId" clId="{BF08FE18-BEB3-4DC7-BA3D-7845DBAF9480}" dt="2025-05-12T13:20:56.752" v="46" actId="113"/>
          <ac:spMkLst>
            <pc:docMk/>
            <pc:sldMk cId="0" sldId="262"/>
            <ac:spMk id="118" creationId="{00000000-0000-0000-0000-000000000000}"/>
          </ac:spMkLst>
        </pc:spChg>
      </pc:sldChg>
      <pc:sldChg chg="modSp mod">
        <pc:chgData name="Manisha S" userId="c0aa33a990a5280f" providerId="LiveId" clId="{BF08FE18-BEB3-4DC7-BA3D-7845DBAF9480}" dt="2025-05-12T13:23:47.009" v="95" actId="1076"/>
        <pc:sldMkLst>
          <pc:docMk/>
          <pc:sldMk cId="3612318193" sldId="269"/>
        </pc:sldMkLst>
        <pc:spChg chg="mod">
          <ac:chgData name="Manisha S" userId="c0aa33a990a5280f" providerId="LiveId" clId="{BF08FE18-BEB3-4DC7-BA3D-7845DBAF9480}" dt="2025-05-12T13:23:47.009" v="95" actId="1076"/>
          <ac:spMkLst>
            <pc:docMk/>
            <pc:sldMk cId="3612318193" sldId="269"/>
            <ac:spMk id="2" creationId="{5FCA3C74-D78B-4023-F4B3-912634492198}"/>
          </ac:spMkLst>
        </pc:spChg>
      </pc:sldChg>
      <pc:sldChg chg="modSp mod">
        <pc:chgData name="Manisha S" userId="c0aa33a990a5280f" providerId="LiveId" clId="{BF08FE18-BEB3-4DC7-BA3D-7845DBAF9480}" dt="2025-05-12T13:23:06.776" v="89" actId="14100"/>
        <pc:sldMkLst>
          <pc:docMk/>
          <pc:sldMk cId="4146450818" sldId="270"/>
        </pc:sldMkLst>
        <pc:spChg chg="mod">
          <ac:chgData name="Manisha S" userId="c0aa33a990a5280f" providerId="LiveId" clId="{BF08FE18-BEB3-4DC7-BA3D-7845DBAF9480}" dt="2025-05-12T13:23:06.776" v="89" actId="14100"/>
          <ac:spMkLst>
            <pc:docMk/>
            <pc:sldMk cId="4146450818" sldId="270"/>
            <ac:spMk id="3" creationId="{BB303C7A-C7FD-089E-8600-71EA1C5AFFC1}"/>
          </ac:spMkLst>
        </pc:spChg>
      </pc:sldChg>
      <pc:sldChg chg="modSp mod">
        <pc:chgData name="Manisha S" userId="c0aa33a990a5280f" providerId="LiveId" clId="{BF08FE18-BEB3-4DC7-BA3D-7845DBAF9480}" dt="2025-05-12T13:22:59.039" v="88" actId="14100"/>
        <pc:sldMkLst>
          <pc:docMk/>
          <pc:sldMk cId="1805552090" sldId="271"/>
        </pc:sldMkLst>
        <pc:spChg chg="mod">
          <ac:chgData name="Manisha S" userId="c0aa33a990a5280f" providerId="LiveId" clId="{BF08FE18-BEB3-4DC7-BA3D-7845DBAF9480}" dt="2025-05-12T13:22:59.039" v="88" actId="14100"/>
          <ac:spMkLst>
            <pc:docMk/>
            <pc:sldMk cId="1805552090" sldId="271"/>
            <ac:spMk id="3" creationId="{6141AB12-4979-8DDC-A249-2F3E44E90DC3}"/>
          </ac:spMkLst>
        </pc:spChg>
      </pc:sldChg>
    </pc:docChg>
  </pc:docChgLst>
  <pc:docChgLst>
    <pc:chgData name="Manisha S" userId="c0aa33a990a5280f" providerId="LiveId" clId="{8D6E8279-4DD7-47D4-B262-7D2ACDBDC983}"/>
    <pc:docChg chg="modSld">
      <pc:chgData name="Manisha S" userId="c0aa33a990a5280f" providerId="LiveId" clId="{8D6E8279-4DD7-47D4-B262-7D2ACDBDC983}" dt="2025-04-08T03:37:45.300" v="11" actId="20577"/>
      <pc:docMkLst>
        <pc:docMk/>
      </pc:docMkLst>
      <pc:sldChg chg="modSp mod">
        <pc:chgData name="Manisha S" userId="c0aa33a990a5280f" providerId="LiveId" clId="{8D6E8279-4DD7-47D4-B262-7D2ACDBDC983}" dt="2025-04-08T03:19:37.573" v="1" actId="20577"/>
        <pc:sldMkLst>
          <pc:docMk/>
          <pc:sldMk cId="0" sldId="262"/>
        </pc:sldMkLst>
        <pc:spChg chg="mod">
          <ac:chgData name="Manisha S" userId="c0aa33a990a5280f" providerId="LiveId" clId="{8D6E8279-4DD7-47D4-B262-7D2ACDBDC983}" dt="2025-04-08T03:19:37.573" v="1" actId="20577"/>
          <ac:spMkLst>
            <pc:docMk/>
            <pc:sldMk cId="0" sldId="262"/>
            <ac:spMk id="117" creationId="{00000000-0000-0000-0000-000000000000}"/>
          </ac:spMkLst>
        </pc:spChg>
      </pc:sldChg>
      <pc:sldChg chg="modSp mod">
        <pc:chgData name="Manisha S" userId="c0aa33a990a5280f" providerId="LiveId" clId="{8D6E8279-4DD7-47D4-B262-7D2ACDBDC983}" dt="2025-04-08T03:21:16.034" v="5" actId="2710"/>
        <pc:sldMkLst>
          <pc:docMk/>
          <pc:sldMk cId="4146450818" sldId="270"/>
        </pc:sldMkLst>
        <pc:spChg chg="mod">
          <ac:chgData name="Manisha S" userId="c0aa33a990a5280f" providerId="LiveId" clId="{8D6E8279-4DD7-47D4-B262-7D2ACDBDC983}" dt="2025-04-08T03:21:16.034" v="5" actId="2710"/>
          <ac:spMkLst>
            <pc:docMk/>
            <pc:sldMk cId="4146450818" sldId="270"/>
            <ac:spMk id="3" creationId="{BB303C7A-C7FD-089E-8600-71EA1C5AFFC1}"/>
          </ac:spMkLst>
        </pc:spChg>
      </pc:sldChg>
      <pc:sldChg chg="modSp mod">
        <pc:chgData name="Manisha S" userId="c0aa33a990a5280f" providerId="LiveId" clId="{8D6E8279-4DD7-47D4-B262-7D2ACDBDC983}" dt="2025-04-08T03:35:41.199" v="7" actId="20577"/>
        <pc:sldMkLst>
          <pc:docMk/>
          <pc:sldMk cId="3273579436" sldId="273"/>
        </pc:sldMkLst>
        <pc:spChg chg="mod">
          <ac:chgData name="Manisha S" userId="c0aa33a990a5280f" providerId="LiveId" clId="{8D6E8279-4DD7-47D4-B262-7D2ACDBDC983}" dt="2025-04-08T03:35:41.199" v="7" actId="20577"/>
          <ac:spMkLst>
            <pc:docMk/>
            <pc:sldMk cId="3273579436" sldId="273"/>
            <ac:spMk id="3" creationId="{FEA48EBF-9875-683F-5FA6-C3013291129C}"/>
          </ac:spMkLst>
        </pc:spChg>
      </pc:sldChg>
      <pc:sldChg chg="modSp mod">
        <pc:chgData name="Manisha S" userId="c0aa33a990a5280f" providerId="LiveId" clId="{8D6E8279-4DD7-47D4-B262-7D2ACDBDC983}" dt="2025-04-08T03:37:45.300" v="11" actId="20577"/>
        <pc:sldMkLst>
          <pc:docMk/>
          <pc:sldMk cId="1238441899" sldId="274"/>
        </pc:sldMkLst>
        <pc:spChg chg="mod">
          <ac:chgData name="Manisha S" userId="c0aa33a990a5280f" providerId="LiveId" clId="{8D6E8279-4DD7-47D4-B262-7D2ACDBDC983}" dt="2025-04-08T03:37:45.300" v="11" actId="20577"/>
          <ac:spMkLst>
            <pc:docMk/>
            <pc:sldMk cId="1238441899" sldId="274"/>
            <ac:spMk id="3" creationId="{FB54F438-4109-30D4-D117-BEC273A699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2d67403527_0_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2d67403527_0_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2d67403527_0_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2d67403527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2d67403527_0_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2d67403527_0_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2d67403527_0_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2d67403527_0_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2d67403527_0_1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2d67403527_0_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2d67403527_0_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2d67403527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2d67403527_0_2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2d67403527_0_2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2d67403527_0_2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2d6740352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2d6740352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2d6740352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2d6740352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2d6740352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2d6740352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2d6740352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2d6740352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2d6740352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2d6740352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2d6740352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2d6740352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2d67403527_0_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2d67403527_0_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2d67403527_0_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2d67403527_0_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2d67403527_0_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d67403527_0_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2d67403527_0_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g32d67403527_0_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32d67403527_0_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2d67403527_0_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2d67403527_0_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2d67403527_0_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2d67403527_0_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2d67403527_0_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>
            <a:spLocks noGrp="1"/>
          </p:cNvSpPr>
          <p:nvPr>
            <p:ph type="ctrTitle"/>
          </p:nvPr>
        </p:nvSpPr>
        <p:spPr>
          <a:xfrm>
            <a:off x="1885826" y="487680"/>
            <a:ext cx="8812654" cy="276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VALLIAMMAI ENGINEERING COLLEGE</a:t>
            </a:r>
            <a:b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(An Autonomous Institution)</a:t>
            </a:r>
            <a:b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Nagar, </a:t>
            </a:r>
            <a:r>
              <a:rPr lang="en-I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Kattankulathur</a:t>
            </a:r>
            <a: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603 203.</a:t>
            </a:r>
            <a:b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29FBD-948D-6221-F594-7ACE1F7B4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360" y="2082113"/>
            <a:ext cx="11360700" cy="742367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sz="2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28CD0-C925-F59E-4FA8-A74CBD8A1DF0}"/>
              </a:ext>
            </a:extLst>
          </p:cNvPr>
          <p:cNvSpPr txBox="1"/>
          <p:nvPr/>
        </p:nvSpPr>
        <p:spPr>
          <a:xfrm>
            <a:off x="4129990" y="2727631"/>
            <a:ext cx="4577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1908611 – MINI PROJECT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E1037-4E31-CC58-8F0C-34A764387342}"/>
              </a:ext>
            </a:extLst>
          </p:cNvPr>
          <p:cNvSpPr txBox="1"/>
          <p:nvPr/>
        </p:nvSpPr>
        <p:spPr>
          <a:xfrm>
            <a:off x="858520" y="4484225"/>
            <a:ext cx="542532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MANISHA S (142222205064)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PAVITHRA S (142222205075)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 PRATHAP SINGH(142222205078)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SANDHIYA R (142222205089)</a:t>
            </a:r>
          </a:p>
          <a:p>
            <a:pPr marL="342900" indent="-342900">
              <a:buAutoNum type="arabicPeriod"/>
            </a:pP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7BE1E-42A2-928F-ADCE-EDF7FFB612FF}"/>
              </a:ext>
            </a:extLst>
          </p:cNvPr>
          <p:cNvSpPr txBox="1"/>
          <p:nvPr/>
        </p:nvSpPr>
        <p:spPr>
          <a:xfrm>
            <a:off x="6878320" y="4473119"/>
            <a:ext cx="4937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S.SHENBAGAVADIVU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INFORMATION TECHNOLOGY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Language in India">
            <a:extLst>
              <a:ext uri="{FF2B5EF4-FFF2-40B4-BE49-F238E27FC236}">
                <a16:creationId xmlns:a16="http://schemas.microsoft.com/office/drawing/2014/main" id="{872B2A7F-D2B8-38CF-F489-0815F5B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96" y="616336"/>
            <a:ext cx="1639480" cy="146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E0F94E-BEF3-96B8-98BB-CB373D5E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359" y="754858"/>
            <a:ext cx="1463701" cy="132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7EFE5E-1F3F-B14C-CDC1-D37725E43E2E}"/>
              </a:ext>
            </a:extLst>
          </p:cNvPr>
          <p:cNvSpPr txBox="1"/>
          <p:nvPr/>
        </p:nvSpPr>
        <p:spPr>
          <a:xfrm>
            <a:off x="3251200" y="356917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AI: A GPT-4 Powered Multi – Functional AI System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title"/>
          </p:nvPr>
        </p:nvSpPr>
        <p:spPr>
          <a:xfrm>
            <a:off x="346275" y="0"/>
            <a:ext cx="121920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  <a:endParaRPr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37F69-5834-F8FA-32C7-6DEEE1AD9A68}"/>
              </a:ext>
            </a:extLst>
          </p:cNvPr>
          <p:cNvSpPr txBox="1"/>
          <p:nvPr/>
        </p:nvSpPr>
        <p:spPr>
          <a:xfrm>
            <a:off x="1005839" y="1030437"/>
            <a:ext cx="998728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Q-Module-Bot: A Generative AI-Based Q&amp;A Bot for Teaching Support</a:t>
            </a:r>
          </a:p>
          <a:p>
            <a:pPr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Mia Allen, Usman Naeem, </a:t>
            </a:r>
            <a:r>
              <a:rPr lang="en-I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Sukhpal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 Gill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IEEE Transactions on Education, Vol. 67, No. 5, October 2024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3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9158B95-26D5-C156-4252-92EDE6DC1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923953"/>
            <a:ext cx="10515600" cy="306217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generative AI-based Q&amp;A chatbot for module teaching support.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answer student queries in real time.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both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non-technical educators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modern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e-learning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 integration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education.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2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3"/>
          <p:cNvSpPr txBox="1">
            <a:spLocks noGrp="1"/>
          </p:cNvSpPr>
          <p:nvPr>
            <p:ph type="body" idx="1"/>
          </p:nvPr>
        </p:nvSpPr>
        <p:spPr>
          <a:xfrm>
            <a:off x="738064" y="1503388"/>
            <a:ext cx="10615800" cy="432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is to create a chatbot using a Spring AI.     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Using OpenAI API for intelligent response based on user input. 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Three Fundamental features: Image generation, recipe generation and smart query-based response.</a:t>
            </a:r>
          </a:p>
          <a:p>
            <a:pPr marL="285750" lvl="0" indent="-285750">
              <a:lnSpc>
                <a:spcPct val="200000"/>
              </a:lnSpc>
              <a:spcBef>
                <a:spcPts val="0"/>
              </a:spcBef>
              <a:buSzPts val="1500"/>
              <a:buFont typeface="Courier New" panose="02070309020205020404" pitchFamily="49" charset="0"/>
              <a:buChar char="o"/>
            </a:pPr>
            <a:endParaRPr sz="25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8" name="Google Shape;8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3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>
            <a:spLocks noGrp="1"/>
          </p:cNvSpPr>
          <p:nvPr>
            <p:ph type="title"/>
          </p:nvPr>
        </p:nvSpPr>
        <p:spPr>
          <a:xfrm>
            <a:off x="1" y="409884"/>
            <a:ext cx="12191999" cy="10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8918"/>
              <a:buFont typeface="Calibri"/>
              <a:buNone/>
            </a:pPr>
            <a: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4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BB2771D-3E82-F764-C1AB-586DB722A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8079" y="1552990"/>
            <a:ext cx="10621819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interactive, all-in-one AI tool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FAQs to save user time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 accurate, useful responses with Generative AI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users across various domains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education, cooking, and creativity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Showcase AI integration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real-world applications using Spring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103" name="Google Shape;10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fld id="{00000000-1234-1234-1234-123412341234}" type="slidenum">
              <a:rPr lang="en-GB"/>
              <a:pPr lvl="0"/>
              <a:t>5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CABF9-3DB1-AA6E-677A-3B5DDBEE1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57614" cy="4351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</a:t>
            </a:r>
            <a:r>
              <a:rPr lang="en-US" sz="2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AI:Chatbots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Siddhant Meshram,2021 International conference on Intelligent Technologies(CONIT)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Karnataka,india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DOI:10.1109/CONIT51480.2021.9498508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ChatPapers:An</a:t>
            </a: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Chatbot for interacting with Academic Research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MaxDean,Michael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F.McTear,2023 31</a:t>
            </a:r>
            <a:r>
              <a:rPr lang="en-US" sz="25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Irish Conference on Artificial Intelligence an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CognitiveScience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(AICS).</a:t>
            </a:r>
            <a:b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DOI:10.11.09/AICS60730.2023.1047052                                                                 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F340EE-1D0B-C32D-B9B0-EE3623D3E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10754" y="1817474"/>
            <a:ext cx="898835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Recipes are not personalized based on user’s available ingredients.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respond slowly due to reliance on database searches.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platforms lack scalability and modern AI integration.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need multiple platforms for text, image, and recipe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1239520" y="374105"/>
            <a:ext cx="10038080" cy="96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838200" y="3824098"/>
            <a:ext cx="5181600" cy="28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GB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>
            <a:spLocks noGrp="1"/>
          </p:cNvSpPr>
          <p:nvPr>
            <p:ph type="body" idx="2"/>
          </p:nvPr>
        </p:nvSpPr>
        <p:spPr>
          <a:xfrm>
            <a:off x="987056" y="1648429"/>
            <a:ext cx="102905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</a:pPr>
            <a:r>
              <a:rPr lang="en-IN" sz="1900" dirty="0">
                <a:latin typeface="Arial "/>
              </a:rPr>
              <a:t> 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&amp; real-time AI responses via REST APIs.</a:t>
            </a:r>
          </a:p>
          <a:p>
            <a:pPr marL="114300" indent="0">
              <a:lnSpc>
                <a:spcPct val="150000"/>
              </a:lnSpc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openAI’s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latest models for text and image generation .</a:t>
            </a:r>
          </a:p>
          <a:p>
            <a:pPr marL="114300" indent="0">
              <a:lnSpc>
                <a:spcPct val="150000"/>
              </a:lnSpc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Springboot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auto-configuration for quick deployment </a:t>
            </a:r>
          </a:p>
          <a:p>
            <a:pPr marL="114300" indent="0">
              <a:lnSpc>
                <a:spcPct val="150000"/>
              </a:lnSpc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Easily scalable with </a:t>
            </a:r>
            <a:r>
              <a:rPr lang="en-IN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architecture.</a:t>
            </a:r>
          </a:p>
          <a:p>
            <a:pPr marL="114300" indent="0">
              <a:lnSpc>
                <a:spcPct val="150000"/>
              </a:lnSpc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 ensure API protection and user authentication. </a:t>
            </a:r>
          </a:p>
          <a:p>
            <a:pPr marL="114300" indent="0">
              <a:lnSpc>
                <a:spcPct val="150000"/>
              </a:lnSpc>
            </a:pP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AI generated recipes based on ingredients. </a:t>
            </a:r>
          </a:p>
          <a:p>
            <a:pPr marL="114300" indent="0">
              <a:lnSpc>
                <a:spcPct val="150000"/>
              </a:lnSpc>
            </a:pPr>
            <a:endParaRPr lang="en-IN" sz="1900" dirty="0">
              <a:latin typeface="Arial "/>
            </a:endParaRPr>
          </a:p>
        </p:txBody>
      </p:sp>
      <p:sp>
        <p:nvSpPr>
          <p:cNvPr id="111" name="Google Shape;11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7</a:t>
            </a:fld>
            <a:endParaRPr sz="13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                      </a:t>
            </a:r>
            <a:r>
              <a:rPr lang="en-US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GB"/>
          </a:p>
        </p:txBody>
      </p:sp>
      <p:pic>
        <p:nvPicPr>
          <p:cNvPr id="4" name="Picture 3" descr="Screenshot (8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1990460"/>
            <a:ext cx="11673726" cy="37914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838200" y="274320"/>
            <a:ext cx="10515600" cy="1069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REQUIREMENTS</a:t>
            </a:r>
            <a:endParaRPr sz="33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7"/>
          <p:cNvSpPr txBox="1">
            <a:spLocks noGrp="1"/>
          </p:cNvSpPr>
          <p:nvPr>
            <p:ph type="body" idx="1"/>
          </p:nvPr>
        </p:nvSpPr>
        <p:spPr>
          <a:xfrm>
            <a:off x="914400" y="1579818"/>
            <a:ext cx="5181600" cy="477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en-IN" sz="31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>
              <a:lnSpc>
                <a:spcPct val="110000"/>
              </a:lnSpc>
              <a:buNone/>
            </a:pP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AI, Java, Spring Boot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 Tools: </a:t>
            </a:r>
          </a:p>
          <a:p>
            <a:pPr>
              <a:lnSpc>
                <a:spcPct val="110000"/>
              </a:lnSpc>
              <a:buNone/>
            </a:pP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IDEA, Postman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Tool: </a:t>
            </a: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APIs: </a:t>
            </a: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REST, OpenAI, DALL·E</a:t>
            </a:r>
          </a:p>
          <a:p>
            <a:pPr>
              <a:lnSpc>
                <a:spcPct val="110000"/>
              </a:lnSpc>
              <a:buNone/>
            </a:pPr>
            <a: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Server:</a:t>
            </a:r>
            <a:endParaRPr lang="en-IN" sz="3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10000"/>
              </a:lnSpc>
              <a:buNone/>
            </a:pP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(via Spring Boot)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2"/>
          </p:nvPr>
        </p:nvSpPr>
        <p:spPr>
          <a:xfrm>
            <a:off x="6172200" y="1579819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GB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Minimum Intel Core i3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or i7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8GB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256GB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Windows 11</a:t>
            </a:r>
          </a:p>
          <a:p>
            <a:pPr marL="0" indent="0">
              <a:spcAft>
                <a:spcPts val="1600"/>
              </a:spcAft>
              <a:buSzPts val="1600"/>
              <a:buNone/>
            </a:pPr>
            <a:endParaRPr lang="en-GB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9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1796-94FC-B6C4-1FBE-6AA4B6E1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255179"/>
            <a:ext cx="11360700" cy="7635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84012"/>
              </p:ext>
            </p:extLst>
          </p:nvPr>
        </p:nvGraphicFramePr>
        <p:xfrm>
          <a:off x="999459" y="1137684"/>
          <a:ext cx="10005238" cy="50799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00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932">
                <a:tc>
                  <a:txBody>
                    <a:bodyPr/>
                    <a:lstStyle/>
                    <a:p>
                      <a:r>
                        <a:rPr lang="en-US" sz="2000" dirty="0"/>
                        <a:t>Module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Algorithm</a:t>
                      </a:r>
                      <a:r>
                        <a:rPr lang="en-US" sz="2000" baseline="0" dirty="0"/>
                        <a:t> Used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r>
                        <a:rPr lang="en-US" sz="1900" dirty="0"/>
                        <a:t>User query 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NLP</a:t>
                      </a:r>
                      <a:r>
                        <a:rPr lang="en-US" sz="1900" baseline="0" dirty="0"/>
                        <a:t>(Tokenization , Text Classification)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32">
                <a:tc>
                  <a:txBody>
                    <a:bodyPr/>
                    <a:lstStyle/>
                    <a:p>
                      <a:r>
                        <a:rPr lang="en-US" sz="1900" dirty="0"/>
                        <a:t>Text Generation</a:t>
                      </a:r>
                      <a:r>
                        <a:rPr lang="en-US" sz="1900" baseline="0" dirty="0"/>
                        <a:t> 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Transformer Model(GPT</a:t>
                      </a:r>
                      <a:r>
                        <a:rPr lang="en-US" sz="1900" baseline="0" dirty="0"/>
                        <a:t>-4)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932">
                <a:tc>
                  <a:txBody>
                    <a:bodyPr/>
                    <a:lstStyle/>
                    <a:p>
                      <a:r>
                        <a:rPr lang="en-US" sz="1900" dirty="0"/>
                        <a:t>Image Generation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Diffusion</a:t>
                      </a:r>
                      <a:r>
                        <a:rPr lang="en-US" sz="1900" baseline="0" dirty="0"/>
                        <a:t> Model(DALL-E-2)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32">
                <a:tc>
                  <a:txBody>
                    <a:bodyPr/>
                    <a:lstStyle/>
                    <a:p>
                      <a:r>
                        <a:rPr lang="en-US" sz="1900" dirty="0"/>
                        <a:t>Recipe</a:t>
                      </a:r>
                      <a:r>
                        <a:rPr lang="en-US" sz="1900" baseline="0" dirty="0"/>
                        <a:t> Recommendation 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Content-Based</a:t>
                      </a:r>
                      <a:r>
                        <a:rPr lang="en-US" sz="1900" baseline="0" dirty="0"/>
                        <a:t> Filtering 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932">
                <a:tc>
                  <a:txBody>
                    <a:bodyPr/>
                    <a:lstStyle/>
                    <a:p>
                      <a:r>
                        <a:rPr lang="en-US" sz="1900" dirty="0"/>
                        <a:t>Backend</a:t>
                      </a:r>
                      <a:r>
                        <a:rPr lang="en-US" sz="1900" baseline="0" dirty="0"/>
                        <a:t> Processing 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RESTful</a:t>
                      </a:r>
                      <a:r>
                        <a:rPr lang="en-US" sz="1900" baseline="0" dirty="0"/>
                        <a:t> API Architecture 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r>
                        <a:rPr lang="en-US" sz="1900" dirty="0"/>
                        <a:t>Data</a:t>
                      </a:r>
                      <a:r>
                        <a:rPr lang="en-US" sz="1900" baseline="0" dirty="0"/>
                        <a:t> Processing 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Text &amp; Image Normalization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DCFC-082C-E460-58D9-1F36C08C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Query Processing </a:t>
            </a:r>
            <a:b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03C7A-C7FD-089E-8600-71EA1C5AF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4008" y="1536633"/>
            <a:ext cx="10532291" cy="455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user queries.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Processing(NLP)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Sentences are preprocessed (Tokenization,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removal, etc.)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using transformer models</a:t>
            </a:r>
          </a:p>
          <a:p>
            <a:pPr marL="76200" indent="0">
              <a:buNone/>
            </a:pPr>
            <a:endParaRPr lang="en-IN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DCD6F-C063-A15B-645E-67DD815FA6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50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18F6-8986-23AC-8565-09C636E8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MODULE 2 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Text Generation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1AB12-4979-8DDC-A249-2F3E44E90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5274" y="1536633"/>
            <a:ext cx="10511026" cy="45552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AI-powered responses for user queries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on self attention mechanism to process and generate responses.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Reinforcement learning from human feedback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7BA37-B9A9-0C6F-CBD0-0AB6E2C5E1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55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AF2B-E6B9-2A5E-FB4F-530F2A23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MODULE 3 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Image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D518C-1912-6331-2B70-3F28E6412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96" y="1834345"/>
            <a:ext cx="11360700" cy="455520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images from text prompts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DALL-E API processes the input and generate an image.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denoising diffusion probabilistic models(DDPM).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random noise into meaningful images based on text input.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6A658-D80B-8B2F-2DB9-2BB9D8621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568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6100-1FEC-8177-912E-E655D2C5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MODULE 4 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 Recommendation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8EBF-9875-683F-5FA6-C3013291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4187" y="1924772"/>
            <a:ext cx="11360700" cy="455520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Provide recipe suggestions based on user input.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Content –Based Filtering algorithm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Matches user ingredients with a recipe database 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Suggests best matching recipes based on keyword similarity.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99802-3283-4C3B-CF78-0228604CD7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579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13F8-E83A-DA48-44A0-D668B001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: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Processing &amp; API Integration 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4F438-4109-30D4-D117-BEC273A69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4940" y="2036363"/>
            <a:ext cx="11360700" cy="45552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backend logic , API requests and responses.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Sprigboot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springAI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integrate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API’s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is processed and stored efficiently for better performance.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Implements request validation and authentication. 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A0124-6894-D065-F549-4F0274AF5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441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IMPLEMENTETION OF LOGIN PORTAL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0DF8E-C543-C80A-025F-19BE00854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6" b="5582"/>
          <a:stretch/>
        </p:blipFill>
        <p:spPr>
          <a:xfrm>
            <a:off x="637954" y="1623447"/>
            <a:ext cx="4274288" cy="46411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C5438C-38CB-676F-21A6-A8EB819F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6" b="6201"/>
          <a:stretch/>
        </p:blipFill>
        <p:spPr>
          <a:xfrm>
            <a:off x="5749959" y="1623447"/>
            <a:ext cx="5546651" cy="47208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5C29-EABB-A58B-F745-7475C6C2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AI CHATBOT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F3207-BE18-E668-5A4B-368F3E1CED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CAD12-9E3B-895E-418E-AF5BB9DD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1" b="5736"/>
          <a:stretch/>
        </p:blipFill>
        <p:spPr>
          <a:xfrm>
            <a:off x="415601" y="1408191"/>
            <a:ext cx="5304716" cy="4142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2BC64-AEAA-0ADE-ACD8-0C57504167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51" b="6822"/>
          <a:stretch/>
        </p:blipFill>
        <p:spPr>
          <a:xfrm>
            <a:off x="5964865" y="1408191"/>
            <a:ext cx="6063446" cy="41420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237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body" idx="1"/>
          </p:nvPr>
        </p:nvSpPr>
        <p:spPr>
          <a:xfrm>
            <a:off x="838200" y="5684817"/>
            <a:ext cx="948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18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38200" y="467360"/>
            <a:ext cx="10515600" cy="872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27" name="Google Shape;127;p8"/>
          <p:cNvSpPr txBox="1"/>
          <p:nvPr/>
        </p:nvSpPr>
        <p:spPr>
          <a:xfrm>
            <a:off x="1016000" y="1395710"/>
            <a:ext cx="10337800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Gill, U. Naeem, S. Fuller, Y. Chen, and S. Uhlig, “How Covid-19 changed computer science education,”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Itnow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64, no. 2, pp. 60–61, Jun. 2022.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Ranoliya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Raghuwanshi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Singh, “Chatbot for university related FAQs,” in Proc. Int. Conf. Adv.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Commun.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(ICACCI), 2017, pp. 1525–1530.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P. Dennen, A. A. Darabi, and L. J. Smith, “Instructor-learner interaction in online courses: The relative perceived importance of particular instructor actions on performance and satisfaction,” Distance Educ., vol. 28, no. 1, pp. 65–79, 2007.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El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azhari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Hilal, N. Daoudi, and 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Ajhoun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“Smart learning using autonomous Chatbot based on NLP techniques,” in Proc. Int. Conf.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Smart Environ., 2022, pp. 723–728.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Feng, E. Shaw, J. Kim, and E.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Hovy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intelligent discussion-bot for answering student queries in threaded discussions,” in Proc. 11th Int. Conf.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User Interfaces, 2006, pp. 171–177.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A3C74-D78B-4023-F4B3-912634492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2623" y="3131482"/>
            <a:ext cx="7998300" cy="806700"/>
          </a:xfrm>
        </p:spPr>
        <p:txBody>
          <a:bodyPr>
            <a:normAutofit fontScale="85000" lnSpcReduction="20000"/>
          </a:bodyPr>
          <a:lstStyle/>
          <a:p>
            <a:r>
              <a:rPr lang="en-US" sz="3000" i="1" dirty="0"/>
              <a:t>                 </a:t>
            </a:r>
            <a:r>
              <a:rPr lang="en-US" sz="5000" b="1" i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8DA66-580B-7A71-D7D2-5DD4B11A7C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3181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1018</Words>
  <Application>Microsoft Office PowerPoint</Application>
  <PresentationFormat>Widescreen</PresentationFormat>
  <Paragraphs>141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</vt:lpstr>
      <vt:lpstr>Arial</vt:lpstr>
      <vt:lpstr>Wingdings</vt:lpstr>
      <vt:lpstr>Times New Roman</vt:lpstr>
      <vt:lpstr>Calibri</vt:lpstr>
      <vt:lpstr>Courier New</vt:lpstr>
      <vt:lpstr>Simple Light</vt:lpstr>
      <vt:lpstr>SRM VALLIAMMAI ENGINEERING COLLEGE         (An Autonomous Institution) SRM Nagar, Kattankulathur – 603 203.    </vt:lpstr>
      <vt:lpstr>BASE PAPER</vt:lpstr>
      <vt:lpstr>INTRODUCTION</vt:lpstr>
      <vt:lpstr>OBJECTIVES </vt:lpstr>
      <vt:lpstr>                LITERATURE SURVEY </vt:lpstr>
      <vt:lpstr>                         EXISTING SYSTEM</vt:lpstr>
      <vt:lpstr>PROPOSED SYSTEM</vt:lpstr>
      <vt:lpstr>                       ARCHITECTURE DIAGRAM</vt:lpstr>
      <vt:lpstr>HARDWARE &amp; SOFTWARE REQUIREMENTS</vt:lpstr>
      <vt:lpstr>                            METHODOLOGY</vt:lpstr>
      <vt:lpstr>               MODULE 1 : User Query Processing  </vt:lpstr>
      <vt:lpstr>                MODULE 2 : AI Text Generation </vt:lpstr>
      <vt:lpstr>                MODULE 3 : AI Image Generation</vt:lpstr>
      <vt:lpstr>              MODULE 4 : Recipe Recommendation </vt:lpstr>
      <vt:lpstr>MODULE 5 : Backend Processing &amp; API Integration  </vt:lpstr>
      <vt:lpstr> IMPLEMENTETION OF LOGIN PORTAL</vt:lpstr>
      <vt:lpstr> IMPLEMENTATION OF AI CHATBOT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VALLIAMMAI ENGINEERING COLLEGE         (An Autonomous Institution) SRM Nagar, Kattankulathur – 603 203.</dc:title>
  <dc:creator>Adithya Balaji.N.S</dc:creator>
  <cp:lastModifiedBy>Manisha S</cp:lastModifiedBy>
  <cp:revision>49</cp:revision>
  <dcterms:created xsi:type="dcterms:W3CDTF">2025-01-21T13:06:07Z</dcterms:created>
  <dcterms:modified xsi:type="dcterms:W3CDTF">2025-05-12T13:34:41Z</dcterms:modified>
</cp:coreProperties>
</file>